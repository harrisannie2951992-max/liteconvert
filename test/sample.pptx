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轻转 LiteConvert</a:t>
            </a:r>
          </a:p>
          <a:p>
            <a:r>
              <a:rPr sz="2000">
                <a:solidFill>
                  <a:srgbClr val="9FB4FF"/>
                </a:solidFill>
              </a:rPr>
              <a:t>PPT 转 PDF 渲染测试 · 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4572000" cy="1828800"/>
          </a:xfrm>
          <a:prstGeom prst="rect">
            <a:avLst/>
          </a:prstGeom>
          <a:solidFill>
            <a:srgbClr val="4F6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形状 + 文字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4572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92608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要点一:本地转换</a:t>
            </a:r>
          </a:p>
          <a:p>
            <a:r>
              <a:t>要点二:隐私安全</a:t>
            </a:r>
          </a:p>
          <a:p>
            <a:r>
              <a:t>要点三:开源免费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